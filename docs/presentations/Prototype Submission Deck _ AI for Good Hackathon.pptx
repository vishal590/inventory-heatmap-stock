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5143500" cx="9144000"/>
  <p:notesSz cx="6858000" cy="9144000"/>
  <p:embeddedFontLst>
    <p:embeddedFont>
      <p:font typeface="Noto Sans SemiBold"/>
      <p:regular r:id="rId19"/>
      <p:bold r:id="rId20"/>
      <p:italic r:id="rId21"/>
      <p:boldItalic r:id="rId22"/>
    </p:embeddedFont>
    <p:embeddedFont>
      <p:font typeface="Noto Sans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otoSansSemiBold-bold.fntdata"/><Relationship Id="rId22" Type="http://schemas.openxmlformats.org/officeDocument/2006/relationships/font" Target="fonts/NotoSansSemiBold-boldItalic.fntdata"/><Relationship Id="rId21" Type="http://schemas.openxmlformats.org/officeDocument/2006/relationships/font" Target="fonts/NotoSansSemiBold-italic.fntdata"/><Relationship Id="rId24" Type="http://schemas.openxmlformats.org/officeDocument/2006/relationships/font" Target="fonts/NotoSans-bold.fntdata"/><Relationship Id="rId23" Type="http://schemas.openxmlformats.org/officeDocument/2006/relationships/font" Target="fonts/NotoSans-regular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otoSans-boldItalic.fntdata"/><Relationship Id="rId25" Type="http://schemas.openxmlformats.org/officeDocument/2006/relationships/font" Target="fonts/NotoSans-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font" Target="fonts/NotoSansSemiBold-regular.fntdata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a83d440026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a83d440026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83d440026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a83d440026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83d440026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83d440026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83d440026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a83d440026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a83d440026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a83d440026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83d44002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83d44002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92332b40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92332b40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83d440026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83d440026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a83d440026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a83d440026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83d440026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83d440026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83d440026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83d440026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83d440026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a83d440026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83d440026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83d440026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/Relationships>
</file>

<file path=ppt/slides/slide1.xml><?xml version="1.0" encoding="UTF-8" standalone="yes"?>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<p:cSld><p:spTree><p:nvGrpSpPr><p:cNvPr id="53" name="Shape 53"/><p:cNvGrpSpPr/><p:nvPr/></p:nvGrpSpPr><p:grpSpPr><a:xfrm><a:off x="0" y="0"/><a:ext cx="0" cy="0"/><a:chOff x="0" y="0"/><a:chExt cx="0" cy="0"/></a:xfrm></p:grpSpPr><p:pic><p:nvPicPr><p:cNvPr id="54" name="Google Shape;54;p13" title="AI for good IS S1.png"/><p:cNvPicPr preferRelativeResize="0"/><p:nvPr/></p:nvPicPr><p:blipFill rotWithShape="1"><a:blip r:embed="rId3"><a:alphaModFix/></a:blip><a:srcRect b="50000" l="0" r="0" t="0"/><a:stretch/></p:blipFill><p:spPr><a:xfrm><a:off x="0" y="0"/><a:ext cx="9144000" cy="2571750"/></a:xfrm><a:prstGeom prst="rect"><a:avLst/></a:prstGeom><a:noFill/><a:ln><a:noFill/></a:ln></p:spPr></p:pic><p:pic><p:nvPicPr><p:cNvPr id="55" name="Google Shape;55;p13" title="AI for good IS S1.png"/><p:cNvPicPr preferRelativeResize="0"/><p:nvPr/></p:nvPicPr><p:blipFill rotWithShape="1"><a:blip r:embed="rId3"><a:alphaModFix/></a:blip><a:srcRect b="0" l="0" r="0" t="98295"/><a:stretch/></p:blipFill><p:spPr><a:xfrm><a:off x="0" y="5055825"/><a:ext cx="9144000" cy="87674"/></a:xfrm><a:prstGeom prst="rect"><a:avLst/></a:prstGeom><a:noFill/><a:ln><a:noFill/></a:ln></p:spPr></p:pic><p:sp><p:nvSpPr><p:cNvPr id="56" name="Google Shape;56;p13"/><p:cNvSpPr txBox="1"/><p:nvPr/></p:nvSpPr><p:spPr><a:xfrm><a:off x="146600" y="2895500"/><a:ext cx="8760000" cy="2003700"/></a:xfrm><a:prstGeom prst="rect"><a:avLst/></a:prstGeom><a:noFill/><a:ln><a:noFill/></a:ln></p:spPr><p:txBody><a:bodyPr anchorCtr="0" anchor="t" bIns="91425" lIns="91425" spcFirstLastPara="1" rIns="91425" wrap="square" tIns="91425"><a:noAutofit/></a:bodyPr><a:lstStyle/><a:p><a:pPr indent="0" lvl="0" marL="0" rtl="0" algn="l"><a:spcBef><a:spcPts val="0"/></a:spcBef><a:spcAft><a:spcPts val="0"/></a:spcAft><a:buNone/></a:pPr><a:r><a:rPr lang="en-GB" sz="1800"><a:latin typeface="Noto Sans SemiBold"/><a:ea typeface="Noto Sans SemiBold"/><a:cs typeface="Noto Sans SemiBold"/><a:sym typeface="Noto Sans SemiBold"/></a:rPr><a:t>AI for Good Hackathon - Inventory Heatmap & Stock-Out Alerts</a:t></a:r><a:endParaRPr sz="1800"><a:latin typeface="Noto Sans SemiBold"/><a:ea typeface="Noto Sans SemiBold"/><a:cs typeface="Noto Sans SemiBold"/><a:sym typeface="Noto Sans SemiBold"/></a:endParaRPr></a:p><a:p><a:pPr indent="0" lvl="0" marL="0" rtl="0" algn="l"><a:spcBef><a:spcPts val="0"/></a:spcBef><a:spcAft><a:spcPts val="0"/></a:spcAft><a:buNone/></a:pPr><a:r><a:t></a:t></a:r><a:endParaRPr sz="1800"><a:latin typeface="Noto Sans SemiBold"/><a:ea typeface="Noto Sans SemiBold"/><a:cs typeface="Noto Sans SemiBold"/><a:sym typeface="Noto Sans SemiBold"/></a:endParaRPr></a:p><a:p><a:pPr indent="-342900" lvl="1" marL="914400" rtl="0" algn="l"><a:spcBef><a:spcPts val="0"/></a:spcBef><a:spcAft><a:spcPts val="0"/></a:spcAft><a:buSzPts val="1800"/><a:buFont typeface="Noto Sans SemiBold"/><a:buAutoNum type="alphaLcPeriod"/></a:pPr><a:r><a:rPr lang="en-GB" sz="1800"><a:latin typeface="Noto Sans SemiBold"/><a:ea typeface="Noto Sans SemiBold"/><a:cs typeface="Noto Sans SemiBold"/><a:sym typeface="Noto Sans SemiBold"/></a:rPr><a:t>Team name: </a:t></a:r><a:endParaRPr sz="1800"><a:latin typeface="Noto Sans SemiBold"/><a:ea typeface="Noto Sans SemiBold"/><a:cs typeface="Noto Sans SemiBold"/><a:sym typeface="Noto Sans SemiBold"/></a:endParaRPr></a:p><a:p><a:pPr indent="-342900" lvl="1" marL="914400" rtl="0" algn="l"><a:spcBef><a:spcPts val="0"/></a:spcBef><a:spcAft><a:spcPts val="0"/></a:spcAft><a:buSzPts val="1800"/><a:buFont typeface="Noto Sans SemiBold"/><a:buAutoNum type="alphaLcPeriod"/></a:pPr><a:r><a:rPr lang="en-GB" sz="1800"><a:latin typeface="Noto Sans SemiBold"/><a:ea typeface="Noto Sans SemiBold"/><a:cs typeface="Noto Sans SemiBold"/><a:sym typeface="Noto Sans SemiBold"/></a:rPr><a:t>Team leader name: </a:t></a:r><a:endParaRPr sz="1800"><a:latin typeface="Noto Sans SemiBold"/><a:ea typeface="Noto Sans SemiBold"/><a:cs typeface="Noto Sans SemiBold"/><a:sym typeface="Noto Sans SemiBold"/></a:endParaRPr></a:p><a:p><a:pPr indent="-342900" lvl="1" marL="914400" rtl="0" algn="l"><a:spcBef><a:spcPts val="0"/></a:spcBef><a:spcAft><a:spcPts val="0"/></a:spcAft><a:buSzPts val="1800"/><a:buFont typeface="Noto Sans SemiBold"/><a:buAutoNum type="alphaLcPeriod"/></a:pPr><a:r><a:rPr lang="en-GB" sz="1800"><a:latin typeface="Noto Sans SemiBold"/><a:ea typeface="Noto Sans SemiBold"/><a:cs typeface="Noto Sans SemiBold"/><a:sym typeface="Noto Sans SemiBold"/></a:rPr><a:t>Problem Statement: </a:t></a:r><a:endParaRPr sz="1800"><a:latin typeface="Noto Sans SemiBold"/><a:ea typeface="Noto Sans SemiBold"/><a:cs typeface="Noto Sans SemiBold"/><a:sym typeface="Noto Sans SemiBold"/></a:endParaRPr></a:p><a:p><a:pPr indent="0" lvl="0" marL="0" rtl="0" algn="l"><a:spcBef><a:spcPts val="0"/></a:spcBef><a:spcAft><a:spcPts val="0"/></a:spcAft><a:buNone/></a:pPr><a:r><a:t></a:t></a:r><a:endParaRPr sz="1800"><a:latin typeface="Noto Sans SemiBold"/><a:ea typeface="Noto Sans SemiBold"/><a:cs typeface="Noto Sans SemiBold"/><a:sym typeface="Noto Sans SemiBold"/></a:endParaRPr></a:p></p:txBody></p:sp></p:spTree></p:cSld><p:clrMapOvr><a:masterClrMapping/></p:clrMapOvr>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" name="Google Shape;61;p14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62" name="Google Shape;62;p14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14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Brief about the idea/protoype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64" name="Google Shape;64;p14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5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5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 txBox="1"/>
          <p:nvPr/>
        </p:nvSpPr>
        <p:spPr>
          <a:xfrm>
            <a:off x="265350" y="701175"/>
            <a:ext cx="6647100" cy="13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Opportunities</a:t>
            </a:r>
            <a:br>
              <a:rPr b="1" lang="en-GB" sz="1600">
                <a:latin typeface="Noto Sans"/>
                <a:ea typeface="Noto Sans"/>
                <a:cs typeface="Noto Sans"/>
                <a:sym typeface="Noto Sans"/>
              </a:rPr>
            </a:br>
            <a:endParaRPr b="1" sz="1600"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oto Sans"/>
              <a:buChar char="●"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How different is it from any of the other existing ideas?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oto Sans"/>
              <a:buChar char="●"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How will it be able to solve the problem?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Font typeface="Noto Sans"/>
              <a:buChar char="●"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USP of the proposed solution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6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7" name="Google Shape;77;p16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78" name="Google Shape;78;p16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List of features offered by the solution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79" name="Google Shape;79;p16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7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7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Process flow diagram or Use-case diagram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87" name="Google Shape;87;p17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92;p18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8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8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Architecture diagram of the proposed solution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95" name="Google Shape;95;p18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19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9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9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Tech Stack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03" name="Google Shape;103;p19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0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0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0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Snowflake tools and technology used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1" name="Google Shape;111;p20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21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21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1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Snapshots of the prototype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22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22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22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Estimated implementation cost (optional)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26" name="Google Shape;126;p22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23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3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265350" y="701175"/>
            <a:ext cx="66471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Additional Details/Future Development (if any)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4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4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265350" y="701175"/>
            <a:ext cx="6647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latin typeface="Noto Sans"/>
                <a:ea typeface="Noto Sans"/>
                <a:cs typeface="Noto Sans"/>
                <a:sym typeface="Noto Sans"/>
              </a:rPr>
              <a:t>GitHub and Demo video URL</a:t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25" title="AI for good IS S2.png"/>
          <p:cNvPicPr preferRelativeResize="0"/>
          <p:nvPr/>
        </p:nvPicPr>
        <p:blipFill rotWithShape="1">
          <a:blip r:embed="rId3">
            <a:alphaModFix/>
          </a:blip>
          <a:srcRect b="89082" l="0" r="0" t="0"/>
          <a:stretch/>
        </p:blipFill>
        <p:spPr>
          <a:xfrm>
            <a:off x="0" y="0"/>
            <a:ext cx="9144000" cy="561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25" title="AI for good IS S2.png"/>
          <p:cNvPicPr preferRelativeResize="0"/>
          <p:nvPr/>
        </p:nvPicPr>
        <p:blipFill rotWithShape="1">
          <a:blip r:embed="rId3">
            <a:alphaModFix/>
          </a:blip>
          <a:srcRect b="0" l="0" r="0" t="97713"/>
          <a:stretch/>
        </p:blipFill>
        <p:spPr>
          <a:xfrm>
            <a:off x="0" y="5025875"/>
            <a:ext cx="9144000" cy="1176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5"/>
          <p:cNvSpPr txBox="1"/>
          <p:nvPr/>
        </p:nvSpPr>
        <p:spPr>
          <a:xfrm>
            <a:off x="265350" y="1123250"/>
            <a:ext cx="8644500" cy="370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latin typeface="Noto Sans"/>
                <a:ea typeface="Noto Sans"/>
                <a:cs typeface="Noto Sans"/>
                <a:sym typeface="Noto Sans"/>
              </a:rPr>
              <a:t>Type here…</a:t>
            </a:r>
            <a:endParaRPr sz="1200"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265350" y="701175"/>
            <a:ext cx="6647100" cy="4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6" title="AI for good IS S3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